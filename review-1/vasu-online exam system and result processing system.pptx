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>
        <p:scale>
          <a:sx n="42" d="100"/>
          <a:sy n="42" d="100"/>
        </p:scale>
        <p:origin x="78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F43B3-F8A5-414A-ABF9-992F26EB4DC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3C349-0F1B-4D3C-BE25-C851394709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919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C349-0F1B-4D3C-BE25-C851394709A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75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3C349-0F1B-4D3C-BE25-C851394709A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128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1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26-03-2026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430820" y="5446853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33CC"/>
                </a:solidFill>
              </a:rPr>
              <a:t>Dynamic Online Examination &amp; Result Processing System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DASARI VASU – VTU24686 – Reg.No:23UECS0144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 B.E., M.Tech., Ph.D.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313001" y="6239898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SDG: SDG No – SDG 4- Quality Education</a:t>
            </a:r>
            <a:endParaRPr lang="en-IN" sz="2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E4E5ACF-77F3-539E-37A4-1E26A9DCB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378" y="1880178"/>
            <a:ext cx="14610922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examinations are becoming an important part of modern education systems.</a:t>
            </a:r>
          </a:p>
          <a:p>
            <a:pPr marL="457200" marR="0" lvl="0" indent="-4572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paper-based exams require more time, manual effort, and resources.</a:t>
            </a:r>
          </a:p>
          <a:p>
            <a:pPr marL="457200" marR="0" lvl="0" indent="-4572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exams, evaluating answers, and publishing results manually can lead to delays and errors.</a:t>
            </a:r>
          </a:p>
          <a:p>
            <a:pPr marL="457200" marR="0" lvl="0" indent="-4572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Online Examination &amp; Result Processing System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 digital solution for conducting exams online.</a:t>
            </a:r>
          </a:p>
          <a:p>
            <a:pPr marL="457200" marR="0" lvl="0" indent="-4572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system allows students to register, login, and take exams through a web application.</a:t>
            </a:r>
          </a:p>
          <a:p>
            <a:pPr marL="457200" marR="0" lvl="0" indent="-4572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evaluates answers and generates results instantly.</a:t>
            </a:r>
          </a:p>
          <a:p>
            <a:pPr marL="457200" marR="0" lvl="0" indent="-4572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institutions manage exams efficiently with less manual work.</a:t>
            </a:r>
          </a:p>
          <a:p>
            <a:pPr marL="457200" marR="0" lvl="0" indent="-4572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web technologies can simplify and automate examination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CDE6F8-26F3-1D41-8C6D-1EA2151C2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500" y="1835671"/>
            <a:ext cx="15052351" cy="784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examination systems depend mainly on paper-based tests and manual evaluation.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exam papers, checking answers, and calculating results requires significant time and effort.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result processing may lead to human errors and delays in publishing results.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for institutions to conduct frequent assessments efficiently using traditional methods.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also have limited flexibility in accessing exams and results quickly.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can automate the examination and evaluation process.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web-based solution can simplify exam management and improve accuracy.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Online Examination &amp; Result Processing System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developed to address these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E9017B-DE79-473A-B8EA-CF616740A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155945"/>
            <a:ext cx="1425662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Dynamic Online Examination &amp; Result Processing System for conducting exams online.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secure registration and login system for students to access the examination platform.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online examination interface where students can attempt multiple-choice questions.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the evaluation process and generate results instantly after exam completion.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store exam records and result history in a database for future reference and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FDDC7-6156-91DE-548C-D768BE697984}"/>
              </a:ext>
            </a:extLst>
          </p:cNvPr>
          <p:cNvSpPr txBox="1"/>
          <p:nvPr/>
        </p:nvSpPr>
        <p:spPr>
          <a:xfrm>
            <a:off x="2362200" y="1982349"/>
            <a:ext cx="1418894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Dynamic Online Examination &amp; Result Processing System.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register, login, and access available exams online.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select a subject and attempt multiple-choice questions within a given time limit.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evaluates answers and calculates the score instantly.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results are stored in a database for future reference and analysis.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their exam history and performance reports anytime.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work, human errors, and result processing time.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fast, reliable, and efficient solution for managing online examinations.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40F99-363D-3111-91E4-7EF9DE476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565" y="1819243"/>
            <a:ext cx="11207829" cy="74718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547BD1-A7AB-C0BA-44BF-7F9F0B19A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145227"/>
            <a:ext cx="13106400" cy="873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590800" y="1273710"/>
            <a:ext cx="14086282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(Core PHP)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Management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MySQL(Database Connectivity)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(Apache + MySQL Server)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Notepad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(Chrome)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4GB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oftware: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183B5C-D3A0-0293-336F-57B9B4B70F1C}"/>
              </a:ext>
            </a:extLst>
          </p:cNvPr>
          <p:cNvSpPr txBox="1"/>
          <p:nvPr/>
        </p:nvSpPr>
        <p:spPr>
          <a:xfrm>
            <a:off x="1981200" y="1982349"/>
            <a:ext cx="1575104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Module 1: User Authentication Module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Handles student </a:t>
            </a:r>
            <a:r>
              <a:rPr lang="en-US" sz="3200" b="1" dirty="0"/>
              <a:t>registration and login</a:t>
            </a:r>
            <a:r>
              <a:rPr lang="en-US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Ensures </a:t>
            </a:r>
            <a:r>
              <a:rPr lang="en-US" sz="3200" b="1" dirty="0"/>
              <a:t>secure access</a:t>
            </a:r>
            <a:r>
              <a:rPr lang="en-US" sz="3200" dirty="0"/>
              <a:t> to the examination system.</a:t>
            </a:r>
          </a:p>
          <a:p>
            <a:r>
              <a:rPr lang="en-US" sz="3200" b="1" dirty="0"/>
              <a:t>Module 2: Exam Management Module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Displays available exams for students.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Allows students to </a:t>
            </a:r>
            <a:r>
              <a:rPr lang="en-US" sz="3200" b="1" dirty="0"/>
              <a:t>select and start the exam</a:t>
            </a:r>
            <a:r>
              <a:rPr lang="en-US" sz="3200" dirty="0"/>
              <a:t>.</a:t>
            </a:r>
          </a:p>
          <a:p>
            <a:r>
              <a:rPr lang="en-US" sz="3200" b="1" dirty="0"/>
              <a:t>Module 3: Examination Processing Module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Shows questions and </a:t>
            </a:r>
            <a:r>
              <a:rPr lang="en-US" sz="3200" b="1" dirty="0"/>
              <a:t>records student answers</a:t>
            </a:r>
            <a:r>
              <a:rPr lang="en-US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Manages the </a:t>
            </a:r>
            <a:r>
              <a:rPr lang="en-US" sz="3200" b="1" dirty="0"/>
              <a:t>exam timer and question navigation</a:t>
            </a:r>
            <a:r>
              <a:rPr lang="en-US" sz="3200" dirty="0"/>
              <a:t>.</a:t>
            </a:r>
          </a:p>
          <a:p>
            <a:r>
              <a:rPr lang="en-US" sz="3200" b="1" dirty="0"/>
              <a:t>Module 4: Result Processing Module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Automatically </a:t>
            </a:r>
            <a:r>
              <a:rPr lang="en-US" sz="3200" b="1" dirty="0"/>
              <a:t>evaluates answers</a:t>
            </a:r>
            <a:r>
              <a:rPr lang="en-US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Generates the </a:t>
            </a:r>
            <a:r>
              <a:rPr lang="en-US" sz="3200" b="1" dirty="0"/>
              <a:t>final score and percentage</a:t>
            </a:r>
            <a:r>
              <a:rPr lang="en-US" sz="3200" dirty="0"/>
              <a:t>.</a:t>
            </a:r>
          </a:p>
          <a:p>
            <a:r>
              <a:rPr lang="en-US" sz="3200" b="1" dirty="0"/>
              <a:t>Module 5: Result History Module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Stores </a:t>
            </a:r>
            <a:r>
              <a:rPr lang="en-US" sz="3200" b="1" dirty="0"/>
              <a:t>previous exam attempts</a:t>
            </a:r>
            <a:r>
              <a:rPr lang="en-US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Allows students to </a:t>
            </a:r>
            <a:r>
              <a:rPr lang="en-US" sz="3200" b="1" dirty="0"/>
              <a:t>view their exam history and performance</a:t>
            </a:r>
            <a:r>
              <a:rPr lang="en-US" sz="32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87F594-7DD3-877F-43DF-749C2C214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264" y="4913972"/>
            <a:ext cx="4040995" cy="527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85EC07-4F15-0E8A-ED8B-407CF178C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0" y="1558051"/>
            <a:ext cx="4082829" cy="485064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1DA8986-4D5A-7D1B-9831-8658A304499F}"/>
              </a:ext>
            </a:extLst>
          </p:cNvPr>
          <p:cNvSpPr txBox="1"/>
          <p:nvPr/>
        </p:nvSpPr>
        <p:spPr>
          <a:xfrm>
            <a:off x="6894902" y="2152693"/>
            <a:ext cx="91440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registered students to enter their email and password to access the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verifies the credentials from the database for authentication.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login, the user is redirected to the exam dashboard to select exams.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52E751-22B6-5761-52A0-4B94E58575BA}"/>
              </a:ext>
            </a:extLst>
          </p:cNvPr>
          <p:cNvSpPr txBox="1"/>
          <p:nvPr/>
        </p:nvSpPr>
        <p:spPr>
          <a:xfrm>
            <a:off x="2590800" y="6832419"/>
            <a:ext cx="9144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Page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new users to create an account by entering name, email, and password.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the user details securely in the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registration, the user can login and access the online examination system.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319C1-B690-226D-7FF6-B4031B255611}"/>
              </a:ext>
            </a:extLst>
          </p:cNvPr>
          <p:cNvSpPr txBox="1"/>
          <p:nvPr/>
        </p:nvSpPr>
        <p:spPr>
          <a:xfrm>
            <a:off x="3124200" y="1773299"/>
            <a:ext cx="914400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Page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multiple-choice questions with answer options for the selected exam.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 timer and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navigation to manage the exam within the given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the student’s selected answers and allows moving to the next question.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8A96D-A7B5-84D1-8347-22C999CAC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457810"/>
            <a:ext cx="10907486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B1B9A-C5AD-F1BF-367E-9CDA2EB501BE}"/>
              </a:ext>
            </a:extLst>
          </p:cNvPr>
          <p:cNvSpPr txBox="1"/>
          <p:nvPr/>
        </p:nvSpPr>
        <p:spPr>
          <a:xfrm>
            <a:off x="2548434" y="1467203"/>
            <a:ext cx="137922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Selection Page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a list of available exams such as HTML, CSS, JavaScript, Java, Gen AI, and Machine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exam card shows number of questions and time allocated for the exam.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select any exam to start the test and evaluate their knowledge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0C9F91-21D5-BB14-5A62-9DB62CD23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625" y="4016489"/>
            <a:ext cx="7200749" cy="542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11558-7488-740C-0369-4A531C1FD17C}"/>
              </a:ext>
            </a:extLst>
          </p:cNvPr>
          <p:cNvSpPr txBox="1"/>
          <p:nvPr/>
        </p:nvSpPr>
        <p:spPr>
          <a:xfrm>
            <a:off x="2362200" y="1832504"/>
            <a:ext cx="10439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Results / History Page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student’s previous exam attempts and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details such as exam name, score, percentage, badge, and 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track their performance and review their exam history.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4F49E4-A53C-2628-8C79-FBDB8ADED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152" y="4016489"/>
            <a:ext cx="7763448" cy="5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E19ECB-6CB9-A435-6B49-E2DA9939E248}"/>
              </a:ext>
            </a:extLst>
          </p:cNvPr>
          <p:cNvSpPr txBox="1"/>
          <p:nvPr/>
        </p:nvSpPr>
        <p:spPr>
          <a:xfrm>
            <a:off x="2743200" y="2015465"/>
            <a:ext cx="13106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Conducts examinations online, reducing paper usage and manual work.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result generation saves time and improves accuracy.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access exams and results easily through the web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exam history and performance records for future reference.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fast and efficient examination process.</a:t>
            </a: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stable internet connectivity to take the exam.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objective-type questions in the current implementation.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security needs improvement to prevent malpractice or cheating.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server and database maintenance for smooth operation.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1128</Words>
  <Application>Microsoft Office PowerPoint</Application>
  <PresentationFormat>Custom</PresentationFormat>
  <Paragraphs>239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Wingdings</vt:lpstr>
      <vt:lpstr>Bookman Old Style</vt:lpstr>
      <vt:lpstr>Arial</vt:lpstr>
      <vt:lpstr>Calibri</vt:lpstr>
      <vt:lpstr>Gotham</vt:lpstr>
      <vt:lpstr>Times New Roman</vt:lpstr>
      <vt:lpstr>Cambria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HP</dc:creator>
  <cp:lastModifiedBy>dasarivasu827@gmail.com</cp:lastModifiedBy>
  <cp:revision>21</cp:revision>
  <dcterms:created xsi:type="dcterms:W3CDTF">2006-08-16T00:00:00Z</dcterms:created>
  <dcterms:modified xsi:type="dcterms:W3CDTF">2026-03-26T02:19:37Z</dcterms:modified>
  <dc:identifier>DAHCaYqJ9OU</dc:identifier>
</cp:coreProperties>
</file>